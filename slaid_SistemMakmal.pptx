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1945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103120"/>
            <a:ext cx="9144000" cy="73152"/>
          </a:xfrm>
          <a:prstGeom prst="rect">
            <a:avLst/>
          </a:prstGeom>
          <a:solidFill>
            <a:srgbClr val="1E6DBF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28600"/>
            <a:ext cx="1828800" cy="457200"/>
          </a:xfrm>
          <a:prstGeom prst="rect">
            <a:avLst/>
          </a:prstGeom>
          <a:solidFill>
            <a:srgbClr val="1E6DB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28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JKR CREaTE · Melaka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82296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BENGKEL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TRANSFORMASI DIGITAL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PEMERKASAAN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PINTAR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MAKMAL MPE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Teknikal: Pembangunan Aplikasi Web Pengurusan Makmal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3200400" cy="0"/>
          </a:xfrm>
          <a:prstGeom prst="line">
            <a:avLst/>
          </a:prstGeom>
          <a:noFill/>
          <a:ln w="12700">
            <a:solidFill>
              <a:srgbClr val="3A6A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Madya Dr. Mohd Murtadha Mohamad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Jabatan Sains Komputer, Fakulti Komputeran, Universiti Teknologi Malaysia (UTM)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520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– 29 Julai 2026  ·  Makmal Energy Efficiency, Aras 1, Blok F, JKR CREaTE, Melaka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146304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977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5760" y="43159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66544" y="3931920"/>
            <a:ext cx="146304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6544" y="3977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066544" y="43159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Buku Log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67328" y="3931920"/>
            <a:ext cx="146304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67328" y="3977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767328" y="43159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KEW.PA-9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68112" y="3931920"/>
            <a:ext cx="146304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8112" y="3977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68112" y="43159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MCCB Test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68896" y="3931920"/>
            <a:ext cx="146304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68896" y="3977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68896" y="43159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Bengkel — Slot Modul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73152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Automasi &amp; Pendigitalan Proses Makmal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1A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Madya Dr. Mohd Murtadha Mohamad  ·  UTM Johor Bahru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4773168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Bengkel Transformasi Digital &amp; Operasi Pintar Makmal MPE  ·  JKR CREaTE  ·  28–29 Julai 2026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AKAN KITA PELAJARI HARI INI?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417320"/>
            <a:ext cx="640080" cy="621792"/>
          </a:xfrm>
          <a:prstGeom prst="rect">
            <a:avLst/>
          </a:prstGeom>
          <a:solidFill>
            <a:srgbClr val="1E6DBF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41732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33272" y="14721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Aplikasi Web Satu Fail HTML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33272" y="178308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am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20440" y="1600200"/>
            <a:ext cx="713232" cy="256032"/>
          </a:xfrm>
          <a:prstGeom prst="rect">
            <a:avLst/>
          </a:prstGeom>
          <a:solidFill>
            <a:srgbClr val="1E6DBF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60020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617720" y="141732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417320"/>
            <a:ext cx="640080" cy="6217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41732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30952" y="14721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Persediaan: VS Code dan GitHub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30952" y="178308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9:20 am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818120" y="1600200"/>
            <a:ext cx="713232" cy="2560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160020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20040" y="2167128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167128"/>
            <a:ext cx="640080" cy="621792"/>
          </a:xfrm>
          <a:prstGeom prst="rect">
            <a:avLst/>
          </a:prstGeom>
          <a:solidFill>
            <a:srgbClr val="C85A00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2167128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33272" y="22219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 Modul Buku Log Makmal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3272" y="25328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9:40 am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520440" y="2350008"/>
            <a:ext cx="713232" cy="256032"/>
          </a:xfrm>
          <a:prstGeom prst="rect">
            <a:avLst/>
          </a:prstGeom>
          <a:solidFill>
            <a:srgbClr val="C85A00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235000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617720" y="2167128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2167128"/>
            <a:ext cx="640080" cy="62179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2167128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30952" y="22219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 Modul Borang KEW.PA-9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30952" y="25328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10:10 am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818120" y="2350008"/>
            <a:ext cx="713232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7" name="Text 35"/>
          <p:cNvSpPr/>
          <p:nvPr/>
        </p:nvSpPr>
        <p:spPr>
          <a:xfrm>
            <a:off x="7818120" y="235000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20040" y="2916936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2916936"/>
            <a:ext cx="640080" cy="62179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2916936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33272" y="2971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 Modul Laporan Ujian MCCB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33272" y="32826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10:40 am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520440" y="3099816"/>
            <a:ext cx="713232" cy="2560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4" name="Text 42"/>
          <p:cNvSpPr/>
          <p:nvPr/>
        </p:nvSpPr>
        <p:spPr>
          <a:xfrm>
            <a:off x="3520440" y="309981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617720" y="2916936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17720" y="2916936"/>
            <a:ext cx="640080" cy="621792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47" name="Text 45"/>
          <p:cNvSpPr/>
          <p:nvPr/>
        </p:nvSpPr>
        <p:spPr>
          <a:xfrm>
            <a:off x="4617720" y="2916936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30952" y="2971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Navigasi Tab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30952" y="32826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am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818120" y="3099816"/>
            <a:ext cx="713232" cy="256032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51" name="Text 49"/>
          <p:cNvSpPr/>
          <p:nvPr/>
        </p:nvSpPr>
        <p:spPr>
          <a:xfrm>
            <a:off x="7818120" y="309981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20040" y="3666744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" y="3666744"/>
            <a:ext cx="640080" cy="621792"/>
          </a:xfrm>
          <a:prstGeom prst="rect">
            <a:avLst/>
          </a:prstGeom>
          <a:solidFill>
            <a:srgbClr val="1A7A3F"/>
          </a:solidFill>
          <a:ln/>
        </p:spPr>
      </p:sp>
      <p:sp>
        <p:nvSpPr>
          <p:cNvPr id="54" name="Text 52"/>
          <p:cNvSpPr/>
          <p:nvPr/>
        </p:nvSpPr>
        <p:spPr>
          <a:xfrm>
            <a:off x="320040" y="3666744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33272" y="37216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Terbitkan ke GitHub Pages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33272" y="403250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11:20 am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520440" y="3849624"/>
            <a:ext cx="713232" cy="256032"/>
          </a:xfrm>
          <a:prstGeom prst="rect">
            <a:avLst/>
          </a:prstGeom>
          <a:solidFill>
            <a:srgbClr val="1A7A3F"/>
          </a:solidFill>
          <a:ln/>
        </p:spPr>
      </p:sp>
      <p:sp>
        <p:nvSpPr>
          <p:cNvPr id="58" name="Text 56"/>
          <p:cNvSpPr/>
          <p:nvPr/>
        </p:nvSpPr>
        <p:spPr>
          <a:xfrm>
            <a:off x="3520440" y="384962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617720" y="3666744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17720" y="3666744"/>
            <a:ext cx="640080" cy="621792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61" name="Text 59"/>
          <p:cNvSpPr/>
          <p:nvPr/>
        </p:nvSpPr>
        <p:spPr>
          <a:xfrm>
            <a:off x="4617720" y="3666744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330952" y="37216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Amali &amp; Soal Jawab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330952" y="403250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11:50 am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818120" y="3849624"/>
            <a:ext cx="713232" cy="256032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65" name="Text 63"/>
          <p:cNvSpPr/>
          <p:nvPr/>
        </p:nvSpPr>
        <p:spPr>
          <a:xfrm>
            <a:off x="7818120" y="384962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Asas: Aplikasi Web Satu Fail HTML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73152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1A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Madya Dr. Mohd Murtadha Mohamad  ·  UTM Johor Bahru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4773168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Bengkel Transformasi Digital &amp; Operasi Pintar Makmal MPE  ·  JKR CREaTE  ·  28–29 Julai 2026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BAHASA ASAS WEB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26517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417320"/>
            <a:ext cx="2651760" cy="54864"/>
          </a:xfrm>
          <a:prstGeom prst="rect">
            <a:avLst/>
          </a:prstGeom>
          <a:solidFill>
            <a:srgbClr val="1E6DBF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🏗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" y="19385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6D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" y="23774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elemen dan kandungan halaman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1417320"/>
            <a:ext cx="26517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417320"/>
            <a:ext cx="2651760" cy="5486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46120" y="19385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246120" y="23774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Mengawal rupa paras dan susun atur halaman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1417320"/>
            <a:ext cx="26517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417320"/>
            <a:ext cx="2651760" cy="54864"/>
          </a:xfrm>
          <a:prstGeom prst="rect">
            <a:avLst/>
          </a:prstGeom>
          <a:solidFill>
            <a:srgbClr val="C85A00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72200" y="19385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172200" y="23774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Mengurus interaksi pengguna dan manipulasi data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337560"/>
            <a:ext cx="8503920" cy="1280160"/>
          </a:xfrm>
          <a:prstGeom prst="rect">
            <a:avLst/>
          </a:prstGeom>
          <a:solidFill>
            <a:srgbClr val="0A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4015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Struktur Asas HTML: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639312"/>
            <a:ext cx="822960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  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3758184"/>
            <a:ext cx="822960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lang="ms"&gt;  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3877056"/>
            <a:ext cx="822960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  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3995928"/>
            <a:ext cx="822960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&lt;style&gt;/* CSS di sini */&lt;/style&gt;  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4114800"/>
            <a:ext cx="822960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  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4233672"/>
            <a:ext cx="822960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 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4352544"/>
            <a:ext cx="822960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Kandungan HTML --&gt;  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4471416"/>
            <a:ext cx="822960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0A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&lt;script&gt;// JavaScript&lt;/script&gt;  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4590288"/>
            <a:ext cx="822960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&lt;/body&gt;&lt;/html&gt;  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Aplikasi SistemMakmal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73152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— Rancangan &amp; Persediaan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1A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Madya Dr. Mohd Murtadha Mohamad  ·  UTM Johor Bahru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4773168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Bengkel Transformasi Digital &amp; Operasi Pintar Makmal MPE  ·  JKR CREaTE  ·  28–29 Julai 2026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 BINA APLIKASI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1371600"/>
            <a:ext cx="4572000" cy="5943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3716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index.html — Satu Fail Sahaja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88720" y="1965960"/>
            <a:ext cx="0" cy="411480"/>
          </a:xfrm>
          <a:prstGeom prst="line">
            <a:avLst/>
          </a:prstGeom>
          <a:noFill/>
          <a:ln w="12700">
            <a:solidFill>
              <a:srgbClr val="1E6D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965960"/>
            <a:ext cx="0" cy="411480"/>
          </a:xfrm>
          <a:prstGeom prst="line">
            <a:avLst/>
          </a:prstGeom>
          <a:noFill/>
          <a:ln w="12700">
            <a:solidFill>
              <a:srgbClr val="1E6D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1965960"/>
            <a:ext cx="0" cy="411480"/>
          </a:xfrm>
          <a:prstGeom prst="line">
            <a:avLst/>
          </a:prstGeom>
          <a:noFill/>
          <a:ln w="12700">
            <a:solidFill>
              <a:srgbClr val="1E6D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1965960"/>
            <a:ext cx="0" cy="411480"/>
          </a:xfrm>
          <a:prstGeom prst="line">
            <a:avLst/>
          </a:prstGeom>
          <a:noFill/>
          <a:ln w="12700">
            <a:solidFill>
              <a:srgbClr val="1E6D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377440"/>
            <a:ext cx="1920240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1E6D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4231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2697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377440" y="2377440"/>
            <a:ext cx="1920240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4231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Buku Log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2697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Kehadiran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434840" y="2377440"/>
            <a:ext cx="1920240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24231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KEW.PA-9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34840" y="2697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Pinjaman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92240" y="2377440"/>
            <a:ext cx="1920240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4231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MCCB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697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Ujian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343400" y="3246120"/>
            <a:ext cx="0" cy="41148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3657600"/>
            <a:ext cx="640080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3657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localStorage  —  Simpanan Data Terus dalam Pelayar Web (Tanpa Pelayan)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434840"/>
            <a:ext cx="8503920" cy="274320"/>
          </a:xfrm>
          <a:prstGeom prst="rect">
            <a:avLst/>
          </a:prstGeom>
          <a:solidFill>
            <a:srgbClr val="1E6DBF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44348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Satu fail   ✅ Tiada pelayan   ✅ Berjalan dalam pelayar   ✅ Boleh dikongsi   ✅ GitHub Pages percuma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1: Buku Log Makmal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73152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— Rekod Kehadiran &amp; Aktiviti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1A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Madya Dr. Mohd Murtadha Mohamad  ·  UTM Johor Bahru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4773168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Bengkel Transformasi Digital &amp; Operasi Pintar Makmal MPE  ·  JKR CREaTE  ·  28–29 Julai 2026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89611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BUKU LOG MAKMAL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3533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MEDAN BORANG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645920"/>
            <a:ext cx="17830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168249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Penuh *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93192" y="182880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[text]  Nama pengguna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86000" y="1645920"/>
            <a:ext cx="17830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9152" y="168249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Matrik *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59152" y="182880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[text]  ID pengguna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" y="2103120"/>
            <a:ext cx="17830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13969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Tarikh *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93192" y="228600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  Tarikh rekod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286000" y="2103120"/>
            <a:ext cx="17830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9152" y="213969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Masuk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359152" y="228600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[time]  08:00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0040" y="2560320"/>
            <a:ext cx="17830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259689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Keluar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93192" y="274320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[time]  17:00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0" y="2560320"/>
            <a:ext cx="17830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59152" y="259689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359152" y="274320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[select]  Hadir / Tidak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" y="3017520"/>
            <a:ext cx="17830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305409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3192" y="320040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[textarea]  Penerangan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286000" y="3017520"/>
            <a:ext cx="17830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59152" y="305409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Peralatan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359152" y="320040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[text]  Alat digunakan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297680" y="13533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SIMPAN REKOD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97680" y="1645920"/>
            <a:ext cx="4526280" cy="2560320"/>
          </a:xfrm>
          <a:prstGeom prst="rect">
            <a:avLst/>
          </a:prstGeom>
          <a:solidFill>
            <a:srgbClr val="0A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07408" y="1737360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0A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saveLog() {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407408" y="1879092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nama = document.getElementById('log-nama').value;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407408" y="2020824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(!nama) { showAlert('Sila isi nama!'); return; }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407408" y="2162556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407408" y="2304288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rekod = {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407408" y="2446020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genId(),          // ID unik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407408" y="2587752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nama,                 // Nama pengguna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407408" y="2729484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tarikh, masuk, keluar,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407408" y="2871216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status, aktiviti,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407408" y="3012948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savedAt: new Date().toISOString()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407408" y="3154680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407408" y="3296412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407408" y="3438144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getData('log');  // Ambil data lama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407408" y="3579876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data.unshift(rekod);           // Tambah di awal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407408" y="3721608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setData('log', data);          // Simpan semula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407408" y="3863340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renderLogTable();             // Kemaskini jadual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407408" y="4005072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0A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2: Borang KEW.PA-9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73152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— Permohonan Pinjaman Aset Alih Kerajaan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1A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Madya Dr. Mohd Murtadha Mohamad  ·  UTM Johor Bahru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4773168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Bengkel Transformasi Digital &amp; Operasi Pintar Makmal MPE  ·  JKR CREaTE  ·  28–29 Julai 2026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89611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BORANG KEW.PA-9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389888"/>
            <a:ext cx="269748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3898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Maklumat Pemohon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1920240"/>
            <a:ext cx="25146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19202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Pemohon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4632" y="20848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11480" y="2450592"/>
            <a:ext cx="25146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4505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K/P / Matrik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" y="261518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11480" y="2980944"/>
            <a:ext cx="25146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29809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Jawatan / Kursus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" y="314553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11480" y="3511296"/>
            <a:ext cx="25146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5112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Jabatan / Fakulti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" y="36758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11480" y="4041648"/>
            <a:ext cx="25146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40416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Telefon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" y="42062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246120" y="1389888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1389888"/>
            <a:ext cx="2697480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3337560" y="13898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Maklumat Aset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1920240"/>
            <a:ext cx="25146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19202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Siri Pendaftaran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10712" y="20848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337560" y="2450592"/>
            <a:ext cx="25146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0712" y="24505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Keterangan Aset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410712" y="261518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337560" y="2980944"/>
            <a:ext cx="25146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10712" y="29809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Jenama / Model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10712" y="314553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337560" y="3511296"/>
            <a:ext cx="25146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10712" y="35112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Siri Pengeluar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410712" y="36758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337560" y="4041648"/>
            <a:ext cx="25146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10712" y="40416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Kuantiti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410712" y="42062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172200" y="1389888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72200" y="1389888"/>
            <a:ext cx="2697480" cy="457200"/>
          </a:xfrm>
          <a:prstGeom prst="rect">
            <a:avLst/>
          </a:prstGeom>
          <a:solidFill>
            <a:srgbClr val="C85A00"/>
          </a:solidFill>
          <a:ln/>
        </p:spPr>
      </p:sp>
      <p:sp>
        <p:nvSpPr>
          <p:cNvPr id="48" name="Text 46"/>
          <p:cNvSpPr/>
          <p:nvPr/>
        </p:nvSpPr>
        <p:spPr>
          <a:xfrm>
            <a:off x="6263640" y="13898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Pinjaman &amp; Status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63640" y="1920240"/>
            <a:ext cx="25146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36792" y="19202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Tarikh Pinjam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336792" y="20848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263640" y="2450592"/>
            <a:ext cx="25146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36792" y="24505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Tarikh Pulang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336792" y="261518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263640" y="2980944"/>
            <a:ext cx="25146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36792" y="29809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Pinjaman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336792" y="314553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263640" y="3511296"/>
            <a:ext cx="25146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36792" y="35112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Semasa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336792" y="36758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263640" y="4041648"/>
            <a:ext cx="25146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36792" y="40416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Pegawai Meluluskan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336792" y="42062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20040" y="4681728"/>
            <a:ext cx="8503920" cy="27432"/>
          </a:xfrm>
          <a:prstGeom prst="rect">
            <a:avLst/>
          </a:prstGeom>
          <a:solidFill>
            <a:srgbClr val="DDE3EA"/>
          </a:solidFill>
          <a:ln/>
        </p:spPr>
      </p:sp>
      <p:sp>
        <p:nvSpPr>
          <p:cNvPr id="65" name="Text 63"/>
          <p:cNvSpPr/>
          <p:nvPr/>
        </p:nvSpPr>
        <p:spPr>
          <a:xfrm>
            <a:off x="320040" y="4736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Rekod: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691640" y="4736592"/>
            <a:ext cx="1371600" cy="256032"/>
          </a:xfrm>
          <a:prstGeom prst="rect">
            <a:avLst/>
          </a:prstGeom>
          <a:solidFill>
            <a:srgbClr val="C85A00"/>
          </a:solidFill>
          <a:ln/>
        </p:spPr>
      </p:sp>
      <p:sp>
        <p:nvSpPr>
          <p:cNvPr id="67" name="Text 65"/>
          <p:cNvSpPr/>
          <p:nvPr/>
        </p:nvSpPr>
        <p:spPr>
          <a:xfrm>
            <a:off x="1691640" y="4736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Dipinjam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337560" y="4736592"/>
            <a:ext cx="1371600" cy="2560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9" name="Text 67"/>
          <p:cNvSpPr/>
          <p:nvPr/>
        </p:nvSpPr>
        <p:spPr>
          <a:xfrm>
            <a:off x="3337560" y="4736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Dikembalikan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983480" y="4736592"/>
            <a:ext cx="1371600" cy="2560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71" name="Text 69"/>
          <p:cNvSpPr/>
          <p:nvPr/>
        </p:nvSpPr>
        <p:spPr>
          <a:xfrm>
            <a:off x="4983480" y="4736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Rosak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3: Laporan Ujian MCCB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73152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— Molded Case Circuit Breaker Test Report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1A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Madya Dr. Mohd Murtadha Mohamad  ·  UTM Johor Bahru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4773168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Bengkel Transformasi Digital &amp; Operasi Pintar Makmal MPE  ·  JKR CREaTE  ·  28–29 Julai 2026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89611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LAPORAN UJIAN MCCB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269748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389888"/>
            <a:ext cx="2697480" cy="54864"/>
          </a:xfrm>
          <a:prstGeom prst="rect">
            <a:avLst/>
          </a:prstGeom>
          <a:solidFill>
            <a:srgbClr val="1E6DBF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4630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Insulation Resistance Test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901952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 rintangan penebatan antara konduktor menggunakan Megger 500V DC.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≥ 1 MΩ = PASS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(MS IEC 60947-2)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035808"/>
            <a:ext cx="2514600" cy="530352"/>
          </a:xfrm>
          <a:prstGeom prst="rect">
            <a:avLst/>
          </a:prstGeom>
          <a:solidFill>
            <a:srgbClr val="0A0F14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30723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6D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/ Y / B → Fasa–Bumi &amp; Fasa–Fasa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46120" y="1389888"/>
            <a:ext cx="269748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389888"/>
            <a:ext cx="2697480" cy="5486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14630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Trip Time Test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1901952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 masa perjalanan (trip) litar bekalan semasa arus lebih berlaku.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≤ 100 ms = PASS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(Bergantung model MCCB)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37560" y="3035808"/>
            <a:ext cx="2514600" cy="530352"/>
          </a:xfrm>
          <a:prstGeom prst="rect">
            <a:avLst/>
          </a:prstGeom>
          <a:solidFill>
            <a:srgbClr val="0A0F14"/>
          </a:solidFill>
          <a:ln/>
        </p:spPr>
      </p:sp>
      <p:sp>
        <p:nvSpPr>
          <p:cNvPr id="21" name="Text 19"/>
          <p:cNvSpPr/>
          <p:nvPr/>
        </p:nvSpPr>
        <p:spPr>
          <a:xfrm>
            <a:off x="3410712" y="30723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/ Y / B → Masa dalam milisaat (ms)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172200" y="1389888"/>
            <a:ext cx="269748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389888"/>
            <a:ext cx="2697480" cy="54864"/>
          </a:xfrm>
          <a:prstGeom prst="rect">
            <a:avLst/>
          </a:prstGeom>
          <a:solidFill>
            <a:srgbClr val="C85A00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14630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Contact Resistance Test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1901952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 rintangan sambungan antara terminal masuk dan keluar MCCB.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yang baik: &lt; 1 mΩ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(Bergantung saiz MCCB)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3035808"/>
            <a:ext cx="2514600" cy="530352"/>
          </a:xfrm>
          <a:prstGeom prst="rect">
            <a:avLst/>
          </a:prstGeom>
          <a:solidFill>
            <a:srgbClr val="0A0F14"/>
          </a:solidFill>
          <a:ln/>
        </p:spPr>
      </p:sp>
      <p:sp>
        <p:nvSpPr>
          <p:cNvPr id="27" name="Text 25"/>
          <p:cNvSpPr/>
          <p:nvPr/>
        </p:nvSpPr>
        <p:spPr>
          <a:xfrm>
            <a:off x="6336792" y="30723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/ Y / B → Nilai dalam mΩ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37947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AUTO-SEMAK KEPUTUSAN (PASS/FAIL)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041648"/>
            <a:ext cx="8503920" cy="621792"/>
          </a:xfrm>
          <a:prstGeom prst="rect">
            <a:avLst/>
          </a:prstGeom>
          <a:solidFill>
            <a:srgbClr val="0A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782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updateIRResult(fasa) {  const bg = parseFloat(el_bg.value),  ff = parseFloat(el_ff.value);  const pass = (isNaN(bg)||bg&gt;=1) &amp;&amp; (isNaN(ff)||ff&gt;=1);  el_res.innerHTML = pass ? '&lt;span class=s-lulus&gt;PASS&lt;/span&gt;' : '&lt;span class=s-gagal&gt;FAIL&lt;/span&gt;'; }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Penyimpanan Data: localStorage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73152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 — Simpan Data Tanpa Pelayan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1A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Madya Dr. Mohd Murtadha Mohamad  ·  UTM Johor Bahru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4773168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Bengkel Transformasi Digital &amp; Operasi Pintar Makmal MPE  ·  JKR CREaTE  ·  28–29 Julai 2026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89611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DATA DISIMPAN?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371600"/>
            <a:ext cx="1463040" cy="9144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1E6D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17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isi borang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83080" y="169164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6DBF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29968" y="1371600"/>
            <a:ext cx="1463040" cy="9144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9968" y="1417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🖱️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29968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butang Simpan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93008" y="169164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7C7B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39896" y="1371600"/>
            <a:ext cx="1463040" cy="9144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9896" y="1417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39896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proses data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02936" y="169164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5A00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49824" y="1371600"/>
            <a:ext cx="1463040" cy="9144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1417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49824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ke localStorage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12864" y="169164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7A3F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59752" y="1371600"/>
            <a:ext cx="1463040" cy="9144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9752" y="1417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59752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Jadual dikemaskini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0040" y="2423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JAVASCRIPT — FUNGSI PEMBANTU localStorage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2697480"/>
            <a:ext cx="411480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277977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2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KUNCI = {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38912" y="2884932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log:  'sm_log',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38912" y="2990088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kew:  'sm_kew',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38912" y="3095244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mccb: 'sm_mccb'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38912" y="3200400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2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38912" y="3410712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0A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getData(k) {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38912" y="3515868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2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JSON.parse(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38912" y="3621024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localStorage.getItem(KUNCI[k])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38912" y="3726180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2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|| [];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38912" y="383133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0A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38912" y="3936492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0A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setData(k, arr) {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38912" y="4041648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2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localStorage.setItem(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38912" y="4146804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KUNCI[k], JSON.stringify(arr)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38912" y="4251960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2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38912" y="435711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0A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663440" y="2697480"/>
            <a:ext cx="914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2697480"/>
            <a:ext cx="914400" cy="54864"/>
          </a:xfrm>
          <a:prstGeom prst="rect">
            <a:avLst/>
          </a:prstGeom>
          <a:solidFill>
            <a:srgbClr val="C85A00"/>
          </a:solidFill>
          <a:ln/>
        </p:spPr>
      </p:sp>
      <p:sp>
        <p:nvSpPr>
          <p:cNvPr id="48" name="Text 46"/>
          <p:cNvSpPr/>
          <p:nvPr/>
        </p:nvSpPr>
        <p:spPr>
          <a:xfrm>
            <a:off x="4709160" y="279806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Saiz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09160" y="320040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bergantung pelayar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715000" y="2697480"/>
            <a:ext cx="914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15000" y="2697480"/>
            <a:ext cx="914400" cy="54864"/>
          </a:xfrm>
          <a:prstGeom prst="rect">
            <a:avLst/>
          </a:prstGeom>
          <a:solidFill>
            <a:srgbClr val="1A7A3F"/>
          </a:solidFill>
          <a:ln/>
        </p:spPr>
      </p:sp>
      <p:sp>
        <p:nvSpPr>
          <p:cNvPr id="52" name="Text 50"/>
          <p:cNvSpPr/>
          <p:nvPr/>
        </p:nvSpPr>
        <p:spPr>
          <a:xfrm>
            <a:off x="5760720" y="279806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Kekal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760720" y="320040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kekal walaupun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pelayar ditutup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766560" y="2697480"/>
            <a:ext cx="914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66560" y="2697480"/>
            <a:ext cx="914400" cy="54864"/>
          </a:xfrm>
          <a:prstGeom prst="rect">
            <a:avLst/>
          </a:prstGeom>
          <a:solidFill>
            <a:srgbClr val="1E6DBF"/>
          </a:solidFill>
          <a:ln/>
        </p:spPr>
      </p:sp>
      <p:sp>
        <p:nvSpPr>
          <p:cNvPr id="56" name="Text 54"/>
          <p:cNvSpPr/>
          <p:nvPr/>
        </p:nvSpPr>
        <p:spPr>
          <a:xfrm>
            <a:off x="6812280" y="279806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6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812280" y="320040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Eksport CSV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berkala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818120" y="2697480"/>
            <a:ext cx="914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18120" y="2697480"/>
            <a:ext cx="914400" cy="5486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0" name="Text 58"/>
          <p:cNvSpPr/>
          <p:nvPr/>
        </p:nvSpPr>
        <p:spPr>
          <a:xfrm>
            <a:off x="7863840" y="279806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Privasi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863840" y="320040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dalam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komputer sendiri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Terbitkan di GitHub Pages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73152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 — Penerbitan Percuma di Internet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1A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Madya Dr. Mohd Murtadha Mohamad  ·  UTM Johor Bahru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4773168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Bengkel Transformasi Digital &amp; Operasi Pintar Makmal MPE  ·  JKR CREaTE  ·  28–29 Julai 2026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89611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DARI FAIL TEMPATAN KE INTERNET — PERCUMA!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269748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54480"/>
            <a:ext cx="502920" cy="502920"/>
          </a:xfrm>
          <a:prstGeom prst="ellipse">
            <a:avLst/>
          </a:prstGeom>
          <a:solidFill>
            <a:srgbClr val="1E6DB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33272" y="15819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GitHub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1305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Sign Up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1752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1417320"/>
            <a:ext cx="269748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155448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59352" y="15819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Cipta Repository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1305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Nama: SistemMakmal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Pilih: Public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72200" y="1417320"/>
            <a:ext cx="269748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554480"/>
            <a:ext cx="502920" cy="502920"/>
          </a:xfrm>
          <a:prstGeom prst="ellipse">
            <a:avLst/>
          </a:prstGeom>
          <a:solidFill>
            <a:srgbClr val="C85A00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85432" y="15819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Fail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1305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file &gt; Upload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Seret index.html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0372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0040" y="2926080"/>
            <a:ext cx="269748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1A7A3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33272" y="30906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Pages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36393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&gt; Pages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01752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246120" y="2926080"/>
            <a:ext cx="269748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3063240"/>
            <a:ext cx="502920" cy="502920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36" name="Text 34"/>
          <p:cNvSpPr/>
          <p:nvPr/>
        </p:nvSpPr>
        <p:spPr>
          <a:xfrm>
            <a:off x="33832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959352" y="30906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Tunggu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83280" y="36393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minit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4360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72200" y="2926080"/>
            <a:ext cx="269748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3063240"/>
            <a:ext cx="502920" cy="50292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85432" y="30906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Siap!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09360" y="36393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[user].github.io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/SistemMakmal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4462272"/>
            <a:ext cx="850392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44622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 URL Awam Anda:  https://[username].github.io/SistemMakmal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Amali &amp; Tugasan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73152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12 — Hands-On Practice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1A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Madya Dr. Mohd Murtadha Mohamad  ·  UTM Johor Bahru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4773168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Bengkel Transformasi Digital &amp; Operasi Pintar Makmal MPE  ·  JKR CREaTE  ·  28–29 Julai 2026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89611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LATIHAN UNTUK HARI INI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389888"/>
            <a:ext cx="914400" cy="15087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5544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2578608"/>
            <a:ext cx="640080" cy="2286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78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44168" y="149961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Asas HTML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44168" y="1847088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fail latihan1.html. Tambah tajuk dengan nama anda. Lihat dalam pelayar.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1389888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389888"/>
            <a:ext cx="914400" cy="1508760"/>
          </a:xfrm>
          <a:prstGeom prst="rect">
            <a:avLst/>
          </a:prstGeom>
          <a:solidFill>
            <a:srgbClr val="1E6DBF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5544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754880" y="2578608"/>
            <a:ext cx="640080" cy="2286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578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41848" y="149961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Borang &amp; Input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41848" y="1847088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borang nama + tarikh + butang. Apabila klik, papar mesej "Tersimpan!".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081528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081528"/>
            <a:ext cx="914400" cy="1508760"/>
          </a:xfrm>
          <a:prstGeom prst="rect">
            <a:avLst/>
          </a:prstGeom>
          <a:solidFill>
            <a:srgbClr val="C85A00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2461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57200" y="4270248"/>
            <a:ext cx="640080" cy="2286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2702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344168" y="31912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44168" y="3538728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nama ke localStorage. Data kekal selepas muat semula halaman.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3081528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3081528"/>
            <a:ext cx="914400" cy="1508760"/>
          </a:xfrm>
          <a:prstGeom prst="rect">
            <a:avLst/>
          </a:prstGeom>
          <a:solidFill>
            <a:srgbClr val="1A7A3F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32461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4754880" y="4270248"/>
            <a:ext cx="640080" cy="2286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42702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41848" y="31912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Kustomisasi &amp; Deploy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41848" y="3538728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nama dalam SistemMakmal. Upload ke GitHub Pages. Kongsi URL!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965960"/>
            <a:ext cx="9144000" cy="73152"/>
          </a:xfrm>
          <a:prstGeom prst="rect">
            <a:avLst/>
          </a:prstGeom>
          <a:solidFill>
            <a:srgbClr val="1E6DB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KASIH!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Soal Jawab &amp; Perbincangan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200400" cy="0"/>
          </a:xfrm>
          <a:prstGeom prst="line">
            <a:avLst/>
          </a:prstGeom>
          <a:noFill/>
          <a:ln w="12700">
            <a:solidFill>
              <a:srgbClr val="3A6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86000"/>
            <a:ext cx="411480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3225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Web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254203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https://drmurtadha.github.io/SistemMakmal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411480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4436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9809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Sumber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0" y="320040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https://github.com/drMurtadha/SistemMakmal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602736"/>
            <a:ext cx="411480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0273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36393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14400" y="385876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murtadha@utm.my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194560"/>
            <a:ext cx="402336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ANDA CAPAI HARI INI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651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Faham struktur HTML/CSS/JavaScript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29260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Bina Modul Buku Log Makmal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32004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Bina Modul Borang KEW.PA-9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3474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Bina Modul Laporan MCCB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3749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Guna localStorage untuk simpan data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40233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Buat Dashboard ringkasan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4297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Terbitkan ke GitHub Pages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2026-07-16T02:26:48Z</dcterms:created>
  <dcterms:modified xsi:type="dcterms:W3CDTF">2026-07-16T02:26:48Z</dcterms:modified>
</cp:coreProperties>
</file>